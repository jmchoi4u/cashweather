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예보가 약속한 확률</c:v>
                </c:pt>
              </c:strCache>
            </c:strRef>
          </c:tx>
          <c:spPr>
            <a:solidFill>
              <a:srgbClr val="C9D5D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C34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20~29%</c:v>
                  </c:pt>
                  <c:pt idx="1">
                    <c:v>40~49%</c:v>
                  </c:pt>
                  <c:pt idx="2">
                    <c:v>50~59%</c:v>
                  </c:pt>
                  <c:pt idx="3">
                    <c:v>70~79%</c:v>
                  </c:pt>
                  <c:pt idx="4">
                    <c:v>80~89%</c:v>
                  </c:pt>
                  <c:pt idx="5">
                    <c:v>90~99%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45</c:v>
                </c:pt>
                <c:pt idx="2">
                  <c:v>55</c:v>
                </c:pt>
                <c:pt idx="3">
                  <c:v>75</c:v>
                </c:pt>
                <c:pt idx="4">
                  <c:v>85</c:v>
                </c:pt>
                <c:pt idx="5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제주에서 실제 강수율</c:v>
                </c:pt>
              </c:strCache>
            </c:strRef>
          </c:tx>
          <c:spPr>
            <a:solidFill>
              <a:srgbClr val="D9575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C34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20~29%</c:v>
                  </c:pt>
                  <c:pt idx="1">
                    <c:v>40~49%</c:v>
                  </c:pt>
                  <c:pt idx="2">
                    <c:v>50~59%</c:v>
                  </c:pt>
                  <c:pt idx="3">
                    <c:v>70~79%</c:v>
                  </c:pt>
                  <c:pt idx="4">
                    <c:v>80~89%</c:v>
                  </c:pt>
                  <c:pt idx="5">
                    <c:v>90~99%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5.4</c:v>
                </c:pt>
                <c:pt idx="1">
                  <c:v>15.4</c:v>
                </c:pt>
                <c:pt idx="2">
                  <c:v>17.5</c:v>
                </c:pt>
                <c:pt idx="3">
                  <c:v>29.2</c:v>
                </c:pt>
                <c:pt idx="4">
                  <c:v>43.3</c:v>
                </c:pt>
                <c:pt idx="5">
                  <c:v>68.3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C34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6858D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DF1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6858D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Apple SD Gothic Neo"/>
              <a:cs typeface="Apple SD Gothic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CashWeather입니다. 한 줄로 말씀드리면, 제주에서 날씨를 맞히면 포인트가 되는 서비스입니다. 그런데 그 밑에는 훨씬 진지한 이야기가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모두가 겪는 일입니다. 그런데 아무도 검증하지 않습니다. 그래서 저희가 직접 재봤습니다.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추정이 아닙니다. 제주 6개 생활권의 54,864시간을 직접 수집해서, 예보가 약속한 확률과 실제로 비가 왔는지를 1:1로 대조했습니다.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핵심 발견입니다. 회색이 예보가 약속한 확률, 빨강이 제주에서 실제로 비가 온 비율입니다. 모든 구간에서 예외 없이 과대예측하고 있습니다. 90% 이상이라고 한 시간대도 실제로는 68%만 비가 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하루 전 예보의 강수 유무 적중률은 53%였습니다. 동전 던지기가 50%입니다. 우리가 매일 믿고 있는 예보의 실체입니다.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저희는 새 예보 모델을 만들지 않습니다. 구글 WeatherNext 2는 이미 세계 최고 수준입니다. 다만 전 지구 평균에 최적화돼 있어서 제주 국지 특성이 빠져 있습니다. 저희는 그 간극만 메웁니다.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3단계입니다. 앙상블 64멤버에서 원본 확률을 뽑고, 제주 실측 기준으로 보정하고, 시간이 지나면 실제 관측값으로 자동 채점합니다.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순서로 학습과 검증을 분리했습니다. 무작위로 나누면 미래 날씨가 학습에 새어 들어가 성능이 부풀려집니다. 학습에 한 번도 쓰지 않은 11,088시간에서 Brier가 36% 개선됐습니다.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아무리 좋은 모델도 사람이 안 쓰면 데이터가 안 쌓입니다. 그래서 예측을 마켓 형태로 만들었습니다. 핵심은 원본 확률과 보정 확률을 항상 나란히 보여준다는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저희의 진짜 차별점입니다. 마켓을 만든 데이터와 정산하는 데이터가 다릅니다. 그래서 우리는 우리 정확도를 숨길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실제로 시연합니다. 복기 마켓은 이미 지난 시각이라 예측하면 바로 실측으로 채점됩니다. 예보값과 관측값 모두 실제 데이터이고, 참여 시점만 사후입니다.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기상청 연동은 DFS 격자 변환까지 실제로 구현했고 공식값과 대조해서 검증했습니다. 서비스키가 없어서 호출은 못 하기 때문에 앱에 READY로 정직하게 표기했습니다.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제주에서 검증한 방법론은 지역만 바꾸면 그대로 확장됩니다. 나아가 호우·강풍 같은 위험기상에 적용하면 과대예측으로 인한 경보 피로를 줄일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예보는 전달이 아니라 검증입니다.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920240"/>
            <a:ext cx="5852160" cy="5852160"/>
          </a:xfrm>
          <a:prstGeom prst="ellipse">
            <a:avLst/>
          </a:prstGeom>
          <a:solidFill>
            <a:srgbClr val="091E2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663440"/>
            <a:ext cx="3840480" cy="3840480"/>
          </a:xfrm>
          <a:prstGeom prst="ellipse">
            <a:avLst/>
          </a:prstGeom>
          <a:solidFill>
            <a:srgbClr val="091E29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81328"/>
            <a:ext cx="658368" cy="65836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5361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 공공데이터 해커톤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CashWeather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68680" y="327355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 날씨, 맞히면 포인트가 됩니다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68680" y="4315968"/>
            <a:ext cx="7772400" cy="841248"/>
          </a:xfrm>
          <a:prstGeom prst="roundRect">
            <a:avLst>
              <a:gd name="adj" fmla="val 17391"/>
            </a:avLst>
          </a:prstGeom>
          <a:solidFill>
            <a:srgbClr val="091E2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315968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AC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글로벌 AI 예보의 제주 편향을 실측 54,864시간으로 보정하는 생활날씨 예측·검증 서비스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55321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C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2026. 08. 18.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002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“비 온다길래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248716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우산 챙겼는데…”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595360" y="13716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☀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914400" y="3977640"/>
            <a:ext cx="10058400" cy="1170432"/>
          </a:xfrm>
          <a:prstGeom prst="roundRect">
            <a:avLst>
              <a:gd name="adj" fmla="val 14063"/>
            </a:avLst>
          </a:prstGeom>
          <a:solidFill>
            <a:srgbClr val="091E29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3977640"/>
            <a:ext cx="9418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제주에 살면 한 달에 몇 번씩 겪는 일입니다.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그런데 아무도 묻지 않았습니다 — </a:t>
            </a:r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“그 예보, 실제로 얼마나 맞았지?”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4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우리가 한 일 · 추정이 아니라 측정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그래서, 진짜로 재봤습니다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291840" cy="2395728"/>
          </a:xfrm>
          <a:prstGeom prst="roundRect">
            <a:avLst>
              <a:gd name="adj" fmla="val 6870"/>
            </a:avLst>
          </a:prstGeom>
          <a:solidFill>
            <a:srgbClr val="F5F7F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423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54,864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3101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분석한 제주 시간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67588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 생활권 × 시간 단위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291840" cy="2395728"/>
          </a:xfrm>
          <a:prstGeom prst="roundRect">
            <a:avLst>
              <a:gd name="adj" fmla="val 6870"/>
            </a:avLst>
          </a:prstGeom>
          <a:solidFill>
            <a:srgbClr val="F5F7F8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423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709160" y="33101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 생활권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367588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첨단로·아라동·시청·애월·성산·서귀포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2148840"/>
            <a:ext cx="3291840" cy="2395728"/>
          </a:xfrm>
          <a:prstGeom prst="roundRect">
            <a:avLst>
              <a:gd name="adj" fmla="val 6870"/>
            </a:avLst>
          </a:prstGeom>
          <a:solidFill>
            <a:srgbClr val="F5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423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1:1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33101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예보 vs 실측 대조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367588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과거 예보 아카이브 × 실제 관측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8920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 6개 지점의 과거 예보 아카이브와 실제 관측 강수량을 시간 단위로 맞춰, 예보가 약속한 확률과 현실을 비교했습니다.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7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발견 · 이게 문제의 핵심입니다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글로벌 AI는 제주에서 비를 과대예측합니다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2084832"/>
          <a:ext cx="72237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2084832"/>
            <a:ext cx="3063240" cy="3703320"/>
          </a:xfrm>
          <a:prstGeom prst="roundRect">
            <a:avLst>
              <a:gd name="adj" fmla="val 5373"/>
            </a:avLst>
          </a:prstGeom>
          <a:solidFill>
            <a:srgbClr val="102D3D"/>
          </a:solidFill>
          <a:ln/>
        </p:spPr>
      </p:sp>
      <p:sp>
        <p:nvSpPr>
          <p:cNvPr id="6" name="Text 3"/>
          <p:cNvSpPr/>
          <p:nvPr/>
        </p:nvSpPr>
        <p:spPr>
          <a:xfrm>
            <a:off x="8613648" y="2395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AC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구간에서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13648" y="2743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예외 없이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613648" y="3246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과대예측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613648" y="3950208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“90% 확률로 비”라고 한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시간대 중 실제로 비가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 건 68.3%뿐이었습니다.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70~79% 구간은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겨우 29.2%였습니다.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7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그리고 더 심각한 사실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 전 예보, 맞을 확률은?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5029200" cy="3246120"/>
          </a:xfrm>
          <a:prstGeom prst="roundRect">
            <a:avLst>
              <a:gd name="adj" fmla="val 5634"/>
            </a:avLst>
          </a:prstGeom>
          <a:solidFill>
            <a:srgbClr val="102D3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6974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53%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097280" y="4114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 전 예보의 강수 유무 적중률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498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AC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 첨단로 기준 · 최근 62시간 실측 대조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2194560"/>
            <a:ext cx="5029200" cy="1517904"/>
          </a:xfrm>
          <a:prstGeom prst="roundRect">
            <a:avLst>
              <a:gd name="adj" fmla="val 12048"/>
            </a:avLst>
          </a:prstGeom>
          <a:solidFill>
            <a:srgbClr val="F5F7F8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🪙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635240" y="2194560"/>
            <a:ext cx="35204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동전 던지기
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앞면이 나올 확률 50%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55080" y="3922776"/>
            <a:ext cx="5029200" cy="1517904"/>
          </a:xfrm>
          <a:prstGeom prst="roundRect">
            <a:avLst>
              <a:gd name="adj" fmla="val 12048"/>
            </a:avLst>
          </a:prstGeom>
          <a:solidFill>
            <a:srgbClr val="FD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922776"/>
            <a:ext cx="4434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E38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우리가 매일 믿고 우산을 챙기는 예보가, 사실상 동전 던지기와 크게 다르지 않았습니다.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91E2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우리의 접근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8FA9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우리는 날씨를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4871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새로 예측하지 않습니다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4930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 세계 최고인 AI 예보를, 제주 실측으로 보정합니다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868680" y="4681728"/>
            <a:ext cx="10424160" cy="1170432"/>
          </a:xfrm>
          <a:prstGeom prst="roundRect">
            <a:avLst>
              <a:gd name="adj" fmla="val 14063"/>
            </a:avLst>
          </a:prstGeom>
          <a:solidFill>
            <a:srgbClr val="091E29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681728"/>
            <a:ext cx="9784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AC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WeatherNext 2는 이미 훌륭한 모델입니다. 문제는 그게 전 지구 평균에 맞춰져 있다는 것입니다.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AC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한라산이 만드는 제주의 국지 특성은 그 안에 없습니다. 우리는 그 간극만 정확히 메웁니다.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4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JCM-1 · Jeju Calibration Model v1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어떻게 보정하나요?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310128" cy="2834640"/>
          </a:xfrm>
          <a:prstGeom prst="roundRect">
            <a:avLst>
              <a:gd name="adj" fmla="val 5806"/>
            </a:avLst>
          </a:prstGeom>
          <a:solidFill>
            <a:srgbClr val="F5F7F8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" y="2395728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 확률 산출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8136" y="3035808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WeatherNext 2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앙상블 64멤버 중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몇 개가 비를 예측했나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88136" y="4224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95%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087368" y="32918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C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34840" y="2148840"/>
            <a:ext cx="3310128" cy="2834640"/>
          </a:xfrm>
          <a:prstGeom prst="roundRect">
            <a:avLst>
              <a:gd name="adj" fmla="val 5806"/>
            </a:avLst>
          </a:prstGeom>
          <a:solidFill>
            <a:srgbClr val="EDF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727448" y="2395728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/>
          <p:nvPr/>
        </p:nvSpPr>
        <p:spPr>
          <a:xfrm>
            <a:off x="472744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 보정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45736" y="3035808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구간이 제주에서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실제로 비가 온 비율로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확률을 재조정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45736" y="4224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764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66%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744968" y="32918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C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92440" y="2148840"/>
            <a:ext cx="3310128" cy="2834640"/>
          </a:xfrm>
          <a:prstGeom prst="roundRect">
            <a:avLst>
              <a:gd name="adj" fmla="val 5806"/>
            </a:avLst>
          </a:prstGeom>
          <a:solidFill>
            <a:srgbClr val="F5F7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385048" y="2395728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0" name="Text 18"/>
          <p:cNvSpPr/>
          <p:nvPr/>
        </p:nvSpPr>
        <p:spPr>
          <a:xfrm>
            <a:off x="838504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실측 자동 정산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03336" y="3035808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해당 시각이 지나면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관측값으로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채점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03336" y="4224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7F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0.2mm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777240" y="5230368"/>
            <a:ext cx="10625328" cy="786384"/>
          </a:xfrm>
          <a:prstGeom prst="roundRect">
            <a:avLst>
              <a:gd name="adj" fmla="val 16279"/>
            </a:avLst>
          </a:prstGeom>
          <a:solidFill>
            <a:srgbClr val="102D3D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230368"/>
            <a:ext cx="10058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보정된 확률이 곧 마켓의 배당이 됩니다. 그래서 우리 모델이 틀리면 우리가 포인트를 지급합니다.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F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· 학습에 쓰지 않은 11,088시간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정말 좋아졌나? 숫자로 증명합니다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063240" cy="1965960"/>
          </a:xfrm>
          <a:prstGeom prst="roundRect">
            <a:avLst>
              <a:gd name="adj" fmla="val 8372"/>
            </a:avLst>
          </a:prstGeom>
          <a:solidFill>
            <a:srgbClr val="F5F7F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77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 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7249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0.1300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51560" y="35295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Brier score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50208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9C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26280" y="2148840"/>
            <a:ext cx="3063240" cy="1965960"/>
          </a:xfrm>
          <a:prstGeom prst="roundRect">
            <a:avLst>
              <a:gd name="adj" fmla="val 8372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377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7F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 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27249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7F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0.0832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00600" y="35295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7F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Brier score · 낮을수록 정확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2148840"/>
            <a:ext cx="3108960" cy="1965960"/>
          </a:xfrm>
          <a:prstGeom prst="roundRect">
            <a:avLst>
              <a:gd name="adj" fmla="val 8372"/>
            </a:avLst>
          </a:prstGeom>
          <a:solidFill>
            <a:srgbClr val="102D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248716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36%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549640" y="34015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정확도 개선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4370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학습 구간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91840" y="4370832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2025-08-01 ~ 2026-05-31 · 43,776시간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47914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구간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91840" y="4791456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2026-06-01 ~ 2026-08-16 · 11,088시간 (학습에 전혀 미사용)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분리 방식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91840" y="5212080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 순서 분리 — 무작위 분할 금지, 미래 데이터 유입 차단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56327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기후값 대비 스킬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91840" y="5632704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8.9% → 41.7%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4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예측이 재미있어야 데이터가 쌓입니다</a:t>
            </a:r>
            <a:endParaRPr lang="en-US" sz="3800" dirty="0"/>
          </a:p>
        </p:txBody>
      </p:sp>
      <p:pic>
        <p:nvPicPr>
          <p:cNvPr id="4" name="Image 0" descr="/Users/jm/Desktop/Projects/cashweather-mvp/제출/shots/02-mar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2286000" cy="4325112"/>
          </a:xfrm>
          <a:prstGeom prst="rect">
            <a:avLst/>
          </a:prstGeom>
        </p:spPr>
      </p:pic>
      <p:pic>
        <p:nvPicPr>
          <p:cNvPr id="5" name="Image 1" descr="/Users/jm/Desktop/Projects/cashweather-mvp/제출/shots/04-b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874520"/>
            <a:ext cx="2286000" cy="43251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943600" y="2057400"/>
            <a:ext cx="420624" cy="42062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3"/>
          <p:cNvSpPr/>
          <p:nvPr/>
        </p:nvSpPr>
        <p:spPr>
          <a:xfrm>
            <a:off x="594360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537960" y="20208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원본과 보정을 나란히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37960" y="245973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“원본 AI 95% → 제주 보정 66%” — 무엇이 왜 바뀌었는지 사용자가 직접 확인합니다.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943600" y="3429000"/>
            <a:ext cx="420624" cy="42062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7"/>
          <p:cNvSpPr/>
          <p:nvPr/>
        </p:nvSpPr>
        <p:spPr>
          <a:xfrm>
            <a:off x="594360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537960" y="33924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 전역 마켓 보드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383133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 생활권 × 강수·기온·바람·구름. 마감 임박순으로 탐색합니다.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0" y="4800600"/>
            <a:ext cx="420624" cy="42062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0" y="4800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37960" y="47640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현금이 아닌 무료 포인트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37960" y="520293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충전·환전이 없습니다. 포인트는 제주 지역 제휴 쿠폰으로만 교환됩니다.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차별점 · 이건 마케팅 문구가 아닙니다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“우리 예측이 틀리면 포인트를 드립니다”</a:t>
            </a:r>
            <a:endParaRPr lang="en-US" sz="3800" dirty="0"/>
          </a:p>
        </p:txBody>
      </p:sp>
      <p:pic>
        <p:nvPicPr>
          <p:cNvPr id="4" name="Image 0" descr="/Users/jm/Desktop/Projects/cashweather-mvp/제출/shots/05-led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783080"/>
            <a:ext cx="2286000" cy="4325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2103120"/>
            <a:ext cx="6995160" cy="1572768"/>
          </a:xfrm>
          <a:prstGeom prst="roundRect">
            <a:avLst>
              <a:gd name="adj" fmla="val 10465"/>
            </a:avLst>
          </a:prstGeom>
          <a:solidFill>
            <a:srgbClr val="E9F5EE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F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실측 0.2mm  →  결과 YES  →  +145P 자동 지급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97280" y="2788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F6F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시각이 지나면 실제 관측값을 조회해 자동으로 채점합니다.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F6F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모델이 틀렸다면, 사용자의 적중 여부와 무관하게 보상 포인트를 지급합니다.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3977640"/>
            <a:ext cx="6995160" cy="585216"/>
          </a:xfrm>
          <a:prstGeom prst="roundRect">
            <a:avLst>
              <a:gd name="adj" fmla="val 18750"/>
            </a:avLst>
          </a:prstGeom>
          <a:solidFill>
            <a:srgbClr val="F5F7F8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97764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정산 근거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017520" y="3977640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마켓을 만든 예보와 정산에 쓰는 실측은 서로 다른 데이터입니다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4690872"/>
            <a:ext cx="6995160" cy="585216"/>
          </a:xfrm>
          <a:prstGeom prst="roundRect">
            <a:avLst>
              <a:gd name="adj" fmla="val 18750"/>
            </a:avLst>
          </a:prstGeom>
          <a:solidFill>
            <a:srgbClr val="F5F7F8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69087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숨길 수 없는 구조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017520" y="4690872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예측이 자동 채점되어 정확도가 상시 공개됩니다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5404104"/>
            <a:ext cx="6995160" cy="585216"/>
          </a:xfrm>
          <a:prstGeom prst="roundRect">
            <a:avLst>
              <a:gd name="adj" fmla="val 18750"/>
            </a:avLst>
          </a:prstGeom>
          <a:solidFill>
            <a:srgbClr val="F5F7F8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540410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사행성 배제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017520" y="5404104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현금 충전·환전·상금이 없는 무료 포인트 구조입니다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091E2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지금, 심사위원님도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같이 예측해보시죠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QR을 찍으면 바로 지금 제주 날씨 마켓이 열립니다.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 없이 웹에서 바로 참여하실 수 있습니다.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206240"/>
            <a:ext cx="384048" cy="38404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42062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QR 스캔 → 잠금화면 → 밀어서 참여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773168"/>
            <a:ext cx="384048" cy="38404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47731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‘복기’ 탭 선택 → 지난 시각 마켓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5340096"/>
            <a:ext cx="384048" cy="38404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534009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YES / NO 선택 → 즉시 실측으로 채점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01000" y="1325880"/>
            <a:ext cx="3383280" cy="4206240"/>
          </a:xfrm>
          <a:prstGeom prst="roundRect">
            <a:avLst>
              <a:gd name="adj" fmla="val 594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1783080"/>
            <a:ext cx="2377440" cy="2377440"/>
          </a:xfrm>
          <a:prstGeom prst="roundRect">
            <a:avLst>
              <a:gd name="adj" fmla="val 6154"/>
            </a:avLst>
          </a:prstGeom>
          <a:solidFill>
            <a:srgbClr val="F5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148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3CED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QR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8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배포 URL 확정 후 삽입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42793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BC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DEMO_URL=… node deck.mjs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83880" y="46268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 없이 웹에서 바로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4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공공데이터 활용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흩어진 데이터를 판단 정보로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7498080" cy="713232"/>
          </a:xfrm>
          <a:prstGeom prst="roundRect">
            <a:avLst>
              <a:gd name="adj" fmla="val 16667"/>
            </a:avLst>
          </a:prstGeom>
          <a:solidFill>
            <a:srgbClr val="F5F7F8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95144"/>
            <a:ext cx="749808" cy="329184"/>
          </a:xfrm>
          <a:prstGeom prst="roundRect">
            <a:avLst>
              <a:gd name="adj" fmla="val 19444"/>
            </a:avLst>
          </a:prstGeom>
          <a:solidFill>
            <a:srgbClr val="E6F6E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9514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F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20240" y="2176272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Open-Meteo 예보·관측·아카이브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246888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마켓 생성 · 자동 정산 실측값 · 보정 모델 학습 데이터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944368"/>
            <a:ext cx="7498080" cy="713232"/>
          </a:xfrm>
          <a:prstGeom prst="roundRect">
            <a:avLst>
              <a:gd name="adj" fmla="val 16667"/>
            </a:avLst>
          </a:prstGeom>
          <a:solidFill>
            <a:srgbClr val="F5F7F8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136392"/>
            <a:ext cx="749808" cy="329184"/>
          </a:xfrm>
          <a:prstGeom prst="roundRect">
            <a:avLst>
              <a:gd name="adj" fmla="val 19444"/>
            </a:avLst>
          </a:prstGeom>
          <a:solidFill>
            <a:srgbClr val="E6F6E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3639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F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LIVE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20240" y="3017520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WeatherNext 2 앙상블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3310128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64멤버 확률 산출 · 마켓 가격 결정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785616"/>
            <a:ext cx="7498080" cy="713232"/>
          </a:xfrm>
          <a:prstGeom prst="roundRect">
            <a:avLst>
              <a:gd name="adj" fmla="val 16667"/>
            </a:avLst>
          </a:prstGeom>
          <a:solidFill>
            <a:srgbClr val="F5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3977640"/>
            <a:ext cx="749808" cy="329184"/>
          </a:xfrm>
          <a:prstGeom prst="roundRect">
            <a:avLst>
              <a:gd name="adj" fmla="val 19444"/>
            </a:avLst>
          </a:prstGeom>
          <a:solidFill>
            <a:srgbClr val="FFF5D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7764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700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READY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20240" y="3858768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기상청 단기예보 (공공데이터포털)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4151376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DFS 격자 변환 구현 완료 · 서비스키 발급 시 즉시 활성화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4626864"/>
            <a:ext cx="7498080" cy="713232"/>
          </a:xfrm>
          <a:prstGeom prst="roundRect">
            <a:avLst>
              <a:gd name="adj" fmla="val 16667"/>
            </a:avLst>
          </a:prstGeom>
          <a:solidFill>
            <a:srgbClr val="F5F7F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4818888"/>
            <a:ext cx="749808" cy="329184"/>
          </a:xfrm>
          <a:prstGeom prst="roundRect">
            <a:avLst>
              <a:gd name="adj" fmla="val 19444"/>
            </a:avLst>
          </a:prstGeom>
          <a:solidFill>
            <a:srgbClr val="EEF3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81888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SNAP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20240" y="4700016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 관광지 · 민방위대피시설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4992624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날씨 조건별 실내/야외/대피 장소 추천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95360" y="2103120"/>
            <a:ext cx="2788920" cy="3310128"/>
          </a:xfrm>
          <a:prstGeom prst="roundRect">
            <a:avLst>
              <a:gd name="adj" fmla="val 5902"/>
            </a:avLst>
          </a:prstGeom>
          <a:solidFill>
            <a:srgbClr val="102D3D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0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기상청 격자 변환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0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AC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공식값과 대조 검증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869680" y="31272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제주시청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04120" y="3127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53, 38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69680" y="3694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서울시청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104120" y="3694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60, 127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869680" y="42611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부산시청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104120" y="42611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98, 76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69680" y="48646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D59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일치 ✓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4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 · 같은 구조가 그대로 커집니다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E2C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제주에서 검증하고, 전국으로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310128" cy="3017520"/>
          </a:xfrm>
          <a:prstGeom prst="roundRect">
            <a:avLst>
              <a:gd name="adj" fmla="val 5455"/>
            </a:avLst>
          </a:prstGeom>
          <a:solidFill>
            <a:srgbClr val="102D3D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" y="2395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" y="27432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제주 생활날씨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88136" y="3364992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 생활권 강수 보정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무료 포인트 마켓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 제휴 쿠폰 교환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310128" cy="3017520"/>
          </a:xfrm>
          <a:prstGeom prst="roundRect">
            <a:avLst>
              <a:gd name="adj" fmla="val 5455"/>
            </a:avLst>
          </a:prstGeom>
          <a:solidFill>
            <a:srgbClr val="EDF3FF"/>
          </a:solidFill>
          <a:ln/>
        </p:spPr>
      </p:sp>
      <p:sp>
        <p:nvSpPr>
          <p:cNvPr id="9" name="Text 7"/>
          <p:cNvSpPr/>
          <p:nvPr/>
        </p:nvSpPr>
        <p:spPr>
          <a:xfrm>
            <a:off x="4745736" y="2395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4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5736" y="27432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변수·지역 확장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45736" y="3364992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기온·바람·운량 보정 추가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영동·영남 등 지역 특성 구간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기상청 API 정식 연동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2148840"/>
            <a:ext cx="3310128" cy="3017520"/>
          </a:xfrm>
          <a:prstGeom prst="roundRect">
            <a:avLst>
              <a:gd name="adj" fmla="val 5455"/>
            </a:avLst>
          </a:prstGeom>
          <a:solidFill>
            <a:srgbClr val="F5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8403336" y="2395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64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03336" y="27432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D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B2G 재난 대응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03336" y="3364992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호우·강풍 확률 보정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과대예측 경보 피로 감소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대피시설 연계 안내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4406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685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 방법론 자체가 자산입니다. 지역이 바뀌어도 데이터만 갈아끼우면 그대로 작동합니다.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291840"/>
            <a:ext cx="5120640" cy="5120640"/>
          </a:xfrm>
          <a:prstGeom prst="ellipse">
            <a:avLst/>
          </a:prstGeom>
          <a:solidFill>
            <a:srgbClr val="091E2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8FA9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예보는 전달이 아니라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68680" y="2606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D4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검증입니다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68680" y="4160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54,864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4754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분석 시간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4160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4754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정확도 개선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4160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4종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897880" y="4754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B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공공데이터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5623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CashWeather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CashWeather 발표자료</dc:title>
  <dc:subject>PptxGenJS Presentation</dc:subject>
  <dc:creator>CashWeather</dc:creator>
  <cp:lastModifiedBy>CashWeather</cp:lastModifiedBy>
  <cp:revision>1</cp:revision>
  <dcterms:created xsi:type="dcterms:W3CDTF">2026-08-18T06:49:42Z</dcterms:created>
  <dcterms:modified xsi:type="dcterms:W3CDTF">2026-08-18T06:49:42Z</dcterms:modified>
</cp:coreProperties>
</file>